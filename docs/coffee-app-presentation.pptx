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457200" cy="5088636"/>
          </a:xfrm>
          <a:prstGeom prst="rect">
            <a:avLst/>
          </a:prstGeom>
          <a:solidFill>
            <a:srgbClr val="1C0F07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0" y="54864"/>
            <a:ext cx="2926080" cy="5088636"/>
          </a:xfrm>
          <a:prstGeom prst="rect">
            <a:avLst/>
          </a:prstGeom>
          <a:solidFill>
            <a:srgbClr val="1C0F07"/>
          </a:solidFill>
          <a:ln w="12700">
            <a:solidFill>
              <a:srgbClr val="1C0F0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54864"/>
            <a:ext cx="2926080" cy="5088636"/>
          </a:xfrm>
          <a:prstGeom prst="rect">
            <a:avLst/>
          </a:prstGeom>
          <a:solidFill>
            <a:srgbClr val="B8722A">
              <a:alpha val="12000"/>
            </a:srgbClr>
          </a:solidFill>
          <a:ln w="12700">
            <a:solidFill>
              <a:srgbClr val="1C0F0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-457200"/>
            <a:ext cx="3840480" cy="3840480"/>
          </a:xfrm>
          <a:prstGeom prst="ellipse">
            <a:avLst/>
          </a:prstGeom>
          <a:solidFill>
            <a:srgbClr val="B8722A">
              <a:alpha val="8000"/>
            </a:srgbClr>
          </a:solidFill>
          <a:ln w="19050">
            <a:solidFill>
              <a:srgbClr val="B87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182880"/>
            <a:ext cx="2743200" cy="2743200"/>
          </a:xfrm>
          <a:prstGeom prst="ellipse">
            <a:avLst/>
          </a:prstGeom>
          <a:solidFill>
            <a:srgbClr val="B8722A">
              <a:alpha val="5000"/>
            </a:srgbClr>
          </a:solidFill>
          <a:ln w="12700">
            <a:solidFill>
              <a:srgbClr val="E8B8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48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&amp; PURPOSE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9601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Coffee App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</a:t>
            </a:r>
            <a:endParaRPr lang="en-US" sz="2600" dirty="0"/>
          </a:p>
          <a:p>
            <a:pPr algn="l" indent="0" marL="0">
              <a:buNone/>
            </a:pPr>
            <a:r>
              <a:rPr lang="en-US" sz="260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3200400" cy="36576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1546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943C"/>
                </a:solidFill>
              </a:rPr>
              <a:t>◆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8992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team exploring AI + customer experience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6576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943C"/>
                </a:solidFill>
              </a:rPr>
              <a:t>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8992" y="3657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experimentation, not theory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943C"/>
                </a:solidFill>
              </a:rPr>
              <a:t>◆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" y="4160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AI changes how we work together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6B42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3108960" cy="5088636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743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731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TEAM, GOALS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GUARDRAILS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755648"/>
            <a:ext cx="1828800" cy="36576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8745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2331720"/>
            <a:ext cx="164592" cy="164592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AI experience levels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3063240"/>
            <a:ext cx="164592" cy="164592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left at the door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3794760"/>
            <a:ext cx="164592" cy="164592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 app using AI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phase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320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29000" y="685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C0F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kept it safe &amp; focused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1143000"/>
            <a:ext cx="2286000" cy="36576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137160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1371600"/>
            <a:ext cx="64008" cy="96012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1463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11880" y="1755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devices and accounts only — no corporate infrastructure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29000" y="251460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29000" y="2514600"/>
            <a:ext cx="64008" cy="96012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2606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ML Assets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11880" y="2898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proprietary ML assets or internal data used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429000" y="3657600"/>
            <a:ext cx="5349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29000" y="3657600"/>
            <a:ext cx="64008" cy="96012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7490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11880" y="40416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· VS Code · GitHub · Figma · Slack · Google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C0F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 &amp; WHAT WE BUILT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Experimentation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36576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463040"/>
            <a:ext cx="64008" cy="86868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36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Rhythm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81051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creation followed by open sharing sessions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68880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468880"/>
            <a:ext cx="64008" cy="86868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420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Knowledge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6928" y="28163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guides, prompts, and workflows shared freely with the team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474720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474720"/>
            <a:ext cx="64008" cy="86868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5478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Alignment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8221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Converged on a coffee-bean sourcing app as the shared foundation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463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sparked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874520"/>
            <a:ext cx="1920240" cy="3657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9110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656832" y="1874520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191109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368296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1728" y="24048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56832" y="2368296"/>
            <a:ext cx="1920240" cy="3657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40487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862072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28986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656832" y="2862072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898648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3355848"/>
            <a:ext cx="1920240" cy="3657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3924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656832" y="3355848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3392424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3849624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1728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Barista Chatbot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56832" y="3849624"/>
            <a:ext cx="1920240" cy="3657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3886200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4343400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81728" y="437997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656832" y="4343400"/>
            <a:ext cx="1920240" cy="365760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66560" y="4379976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4837176"/>
            <a:ext cx="1920240" cy="3657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81728" y="4873752"/>
            <a:ext cx="17007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C0F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TIMELINE, RESULTS &amp; LEARNINGS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78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8412480" cy="36576"/>
          </a:xfrm>
          <a:prstGeom prst="rect">
            <a:avLst/>
          </a:prstGeom>
          <a:solidFill>
            <a:srgbClr val="EDE5D6"/>
          </a:solidFill>
          <a:ln w="12700">
            <a:solidFill>
              <a:srgbClr val="EDE5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63040"/>
            <a:ext cx="2651760" cy="10515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36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~2mo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1463040"/>
            <a:ext cx="2651760" cy="10515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536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1.5h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33756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/ Week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651760" cy="1051560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536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E8B8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1–3h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/ Week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992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" y="3145536"/>
            <a:ext cx="182880" cy="182880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roles worked in a safe, low-stakes environment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7530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721608"/>
            <a:ext cx="182880" cy="182880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6393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fast — quality and brand refinement take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5137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" y="4297680"/>
            <a:ext cx="182880" cy="182880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21538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and brand precision require strong, specific guidance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299923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64608" y="3145536"/>
            <a:ext cx="182880" cy="182880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3063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usage and source management matter at scale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575304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DE5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64608" y="3721608"/>
            <a:ext cx="182880" cy="182880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63931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 enables effective shared collaboration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0F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54864" cy="5088636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GAPS, HIGHLIGHTS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WHAT'S NEXT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AHEAD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3840480" cy="438912"/>
          </a:xfrm>
          <a:prstGeom prst="rect">
            <a:avLst/>
          </a:prstGeom>
          <a:solidFill>
            <a:srgbClr val="2E1A0E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54864" cy="438912"/>
          </a:xfrm>
          <a:prstGeom prst="rect">
            <a:avLst/>
          </a:prstGeom>
          <a:solidFill>
            <a:srgbClr val="D4943C"/>
          </a:solidFill>
          <a:ln w="12700">
            <a:solidFill>
              <a:srgbClr val="D494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02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is not yet live or hosted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3840480" cy="438912"/>
          </a:xfrm>
          <a:prstGeom prst="rect">
            <a:avLst/>
          </a:prstGeom>
          <a:solidFill>
            <a:srgbClr val="2E1A0E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423160"/>
            <a:ext cx="54864" cy="438912"/>
          </a:xfrm>
          <a:prstGeom prst="rect">
            <a:avLst/>
          </a:prstGeom>
          <a:solidFill>
            <a:srgbClr val="D4943C"/>
          </a:solidFill>
          <a:ln w="12700">
            <a:solidFill>
              <a:srgbClr val="D494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not explored — future opportunity via AI skills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868680"/>
            <a:ext cx="4297680" cy="749808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384048" cy="384048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9418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12344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setup · AI memory · App guidelines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1764792"/>
            <a:ext cx="4297680" cy="749808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947672"/>
            <a:ext cx="384048" cy="384048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183794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21305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tool · Real/synthetic users · Skills (copywriter, designer…)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2660904"/>
            <a:ext cx="4297680" cy="749808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43784"/>
            <a:ext cx="384048" cy="384048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273405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66360" y="302666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↔ Claude workflow · Visual design quality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0" y="3557016"/>
            <a:ext cx="4297680" cy="749808"/>
          </a:xfrm>
          <a:prstGeom prst="rect">
            <a:avLst/>
          </a:prstGeom>
          <a:solidFill>
            <a:srgbClr val="2E1A0E"/>
          </a:solidFill>
          <a:ln w="12700">
            <a:solidFill>
              <a:srgbClr val="2E1A0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739896"/>
            <a:ext cx="384048" cy="384048"/>
          </a:xfrm>
          <a:prstGeom prst="ellipse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66360" y="363016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66360" y="392277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DE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later — design systems and branding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B8722A"/>
          </a:solidFill>
          <a:ln w="12700">
            <a:solidFill>
              <a:srgbClr val="B87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53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C0F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C0F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team validated a new way of working — collaborative, experimental, and idea-led.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Coffee App: AI-Enhanced Customer Experience</dc:title>
  <dc:subject>PptxGenJS Presentation</dc:subject>
  <dc:creator>PptxGenJS</dc:creator>
  <cp:lastModifiedBy>PptxGenJS</cp:lastModifiedBy>
  <cp:revision>1</cp:revision>
  <dcterms:created xsi:type="dcterms:W3CDTF">2026-04-27T17:02:45Z</dcterms:created>
  <dcterms:modified xsi:type="dcterms:W3CDTF">2026-04-27T17:02:45Z</dcterms:modified>
</cp:coreProperties>
</file>